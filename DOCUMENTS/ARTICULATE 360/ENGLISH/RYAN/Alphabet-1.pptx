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3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E6F7-98AF-B6F3-FCC3-614BD5209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6AF2A-6172-E3B8-1202-54DD022A8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51653-FED5-05FB-2C54-2C4D0471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A6185-11EB-5A1B-AD08-0B2466C8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A5247-982F-8DA7-434A-BE43B207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48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930E-75C7-B3DE-112F-742AF2D5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9A08-3D85-0201-107A-B6B745A7B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8515D-FFA2-BCF5-C603-F78628D24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2A2C-9BE0-E38F-A8D2-BA5F9C4F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376CD-D4B1-C3FF-21EB-0FC9CCE8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4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1378-CF8D-42E9-B6D7-E875A762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FE74E-6B13-AEF4-AFD6-718338E14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B0D3F-F077-EF0F-A484-8A87EA84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77694-6939-6931-FB84-50C368D3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440D8-A2C7-DBB1-6792-6A1A85DF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3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0EC1-A5C1-FC44-147E-11534A3A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654D-02D4-AE96-648C-F3E7DB197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F7AAB-2D80-9C7D-7FCA-0757F393C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CAFF4-4E1B-2D73-334D-E17C23F7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5F528-66D9-6077-FF7D-21C24706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462FB-250B-F458-4F01-BFE53482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DB49-8FF9-400C-4487-CFDBEEAF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C70B4-32E3-E60C-4072-A86AB7B2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F78E3-87EA-F82A-9368-37E1B359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B71F4-A7B2-DAB1-8C66-225F75CAB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15E43-6CFE-B26D-8FC6-14E1089D2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E2BC0-A0FE-38B8-F096-57E7DCD6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0A1821-624E-E595-2BA4-99CFF7B5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0F429-D447-F927-DC36-18F958F1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47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AF10-69CF-0C60-F131-0BABA8AC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19D14-6CCD-30CA-2455-767256D5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81A3C-26AF-89D7-586F-1CFE6E19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B6147-9F10-004C-ED94-E40662BB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AF3A7-8C8E-121A-3A27-E1004026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091A6-ABB2-0B34-EEB6-92BB3BEC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E80BD-A385-38BF-9B21-1C6AD331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6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8766-70CD-07B1-FF01-776C8246F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B6E9B-2300-AFF3-B471-99904DDE5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9EEA5-FC8B-4648-7EF4-75505E0C4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017D-6903-4DB4-37CC-A6C9828E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23E38-EDA9-0BD3-ED6C-7F05BEB1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F943A-E101-6650-F025-3CA3C27A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4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F1A9-7995-A2D4-BE97-E0A3389B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D7E78-AB4E-885E-D755-2BE7199F5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7897C-672E-180E-103D-6CEE1A66E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DC8D8-46BA-64CF-B8C6-503C22EA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7DB47-0634-125A-EB3C-A029C599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CEBB9-9F53-E39C-D31D-091FE64D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2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947E-1587-4131-2359-174C1ED4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D0F04-5C84-6C47-D52D-C392E1E44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17A0A-C2E8-8A36-B4A3-61B1BCF9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B604-E8B5-B86C-8709-8DDD3545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03D0D-36BF-9D99-DF86-7A129DF8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1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55FB60-A7D6-131D-61E6-AB86CF421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038EA-9FFB-B5F0-A739-B56E3CDA9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60D96-D3BC-336C-E135-182FBBC7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51A8D-28CF-29CF-E572-2BEBDDC5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76AE8-3A72-7F58-7672-60C98A38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68C63-CEEE-AB81-1C2C-DF9F7B96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67149-AF41-7A7B-7114-AFAB1F1BA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1C2FC-5A6E-877D-2B6C-80379F1FD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597CC-1EF4-4B8E-84B4-0B232E31A83D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6633F-5186-E089-76B9-EA7A6EE36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E3210-947B-B238-EF91-E22D5FF53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15D61-599F-4D91-8BF6-A090A5DE7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4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1C52A6-B210-CF7A-FEA6-9321C41F4C5D}"/>
              </a:ext>
            </a:extLst>
          </p:cNvPr>
          <p:cNvSpPr/>
          <p:nvPr/>
        </p:nvSpPr>
        <p:spPr>
          <a:xfrm>
            <a:off x="4152148" y="887183"/>
            <a:ext cx="3055645" cy="240065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5000" b="1" dirty="0">
                <a:ln/>
                <a:solidFill>
                  <a:srgbClr val="FF0000"/>
                </a:solidFill>
                <a:latin typeface="Segoe Script" panose="030B0504020000000003" pitchFamily="66" charset="0"/>
              </a:rPr>
              <a:t>Aa</a:t>
            </a:r>
            <a:endParaRPr lang="en-US" sz="15000" b="1" cap="none" spc="0" dirty="0">
              <a:ln/>
              <a:solidFill>
                <a:srgbClr val="FF0000"/>
              </a:solidFill>
              <a:effectLst/>
              <a:latin typeface="Segoe Script" panose="030B0504020000000003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B7112D-96CD-20B2-9B0E-859D6AB9B8A5}"/>
              </a:ext>
            </a:extLst>
          </p:cNvPr>
          <p:cNvSpPr/>
          <p:nvPr/>
        </p:nvSpPr>
        <p:spPr>
          <a:xfrm>
            <a:off x="3260046" y="3153682"/>
            <a:ext cx="1026243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0000" b="1" dirty="0">
                <a:ln/>
                <a:solidFill>
                  <a:srgbClr val="0070C0"/>
                </a:solidFill>
                <a:latin typeface="Segoe Script" panose="030B0504020000000003" pitchFamily="66" charset="0"/>
              </a:rPr>
              <a:t>a</a:t>
            </a:r>
            <a:endParaRPr lang="en-US" sz="10000" b="1" cap="none" spc="0" dirty="0">
              <a:ln/>
              <a:solidFill>
                <a:srgbClr val="0070C0"/>
              </a:solidFill>
              <a:effectLst/>
              <a:latin typeface="Segoe Script" panose="030B0504020000000003" pitchFamily="66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E1D7E-FDD1-A049-B492-0890A08C8E75}"/>
              </a:ext>
            </a:extLst>
          </p:cNvPr>
          <p:cNvSpPr/>
          <p:nvPr/>
        </p:nvSpPr>
        <p:spPr>
          <a:xfrm>
            <a:off x="4308991" y="3153682"/>
            <a:ext cx="1047083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0000" b="1" dirty="0">
                <a:ln/>
                <a:solidFill>
                  <a:srgbClr val="0070C0"/>
                </a:solidFill>
                <a:latin typeface="Segoe Script" panose="030B0504020000000003" pitchFamily="66" charset="0"/>
              </a:rPr>
              <a:t>p</a:t>
            </a:r>
            <a:endParaRPr lang="en-US" sz="10000" b="1" cap="none" spc="0" dirty="0">
              <a:ln/>
              <a:solidFill>
                <a:srgbClr val="0070C0"/>
              </a:solidFill>
              <a:effectLst/>
              <a:latin typeface="Segoe Script" panose="030B0504020000000003" pitchFamily="66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67324-232A-70F8-8340-DC0B329D1EAA}"/>
              </a:ext>
            </a:extLst>
          </p:cNvPr>
          <p:cNvSpPr/>
          <p:nvPr/>
        </p:nvSpPr>
        <p:spPr>
          <a:xfrm>
            <a:off x="5313272" y="3153682"/>
            <a:ext cx="1047083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0000" b="1" dirty="0">
                <a:ln/>
                <a:solidFill>
                  <a:srgbClr val="0070C0"/>
                </a:solidFill>
                <a:latin typeface="Segoe Script" panose="030B0504020000000003" pitchFamily="66" charset="0"/>
              </a:rPr>
              <a:t>p</a:t>
            </a:r>
            <a:endParaRPr lang="en-US" sz="10000" b="1" cap="none" spc="0" dirty="0">
              <a:ln/>
              <a:solidFill>
                <a:srgbClr val="0070C0"/>
              </a:solidFill>
              <a:effectLst/>
              <a:latin typeface="Segoe Script" panose="030B0504020000000003" pitchFamily="66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AE51F8-20F6-2907-3A2E-68E8C3C7EACB}"/>
              </a:ext>
            </a:extLst>
          </p:cNvPr>
          <p:cNvSpPr/>
          <p:nvPr/>
        </p:nvSpPr>
        <p:spPr>
          <a:xfrm>
            <a:off x="6399519" y="3153682"/>
            <a:ext cx="753731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0000" b="1" dirty="0">
                <a:ln/>
                <a:solidFill>
                  <a:srgbClr val="0070C0"/>
                </a:solidFill>
                <a:latin typeface="Segoe Script" panose="030B0504020000000003" pitchFamily="66" charset="0"/>
              </a:rPr>
              <a:t>l</a:t>
            </a:r>
            <a:endParaRPr lang="en-US" sz="10000" b="1" cap="none" spc="0" dirty="0">
              <a:ln/>
              <a:solidFill>
                <a:srgbClr val="0070C0"/>
              </a:solidFill>
              <a:effectLst/>
              <a:latin typeface="Segoe Script" panose="030B0504020000000003" pitchFamily="66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DE7C40-5416-C28D-4379-447298C26E3D}"/>
              </a:ext>
            </a:extLst>
          </p:cNvPr>
          <p:cNvSpPr/>
          <p:nvPr/>
        </p:nvSpPr>
        <p:spPr>
          <a:xfrm>
            <a:off x="7243889" y="3153682"/>
            <a:ext cx="859530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0000" b="1" dirty="0">
                <a:ln/>
                <a:solidFill>
                  <a:srgbClr val="0070C0"/>
                </a:solidFill>
                <a:latin typeface="Segoe Script" panose="030B0504020000000003" pitchFamily="66" charset="0"/>
              </a:rPr>
              <a:t>e</a:t>
            </a:r>
            <a:endParaRPr lang="en-US" sz="10000" b="1" cap="none" spc="0" dirty="0">
              <a:ln/>
              <a:solidFill>
                <a:srgbClr val="0070C0"/>
              </a:solidFill>
              <a:effectLst/>
              <a:latin typeface="Segoe Script" panose="030B05040200000000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565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Script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Marissa Schiffman</dc:creator>
  <cp:lastModifiedBy>Marissa Schiffman</cp:lastModifiedBy>
  <cp:revision>2</cp:revision>
  <dcterms:created xsi:type="dcterms:W3CDTF">2022-12-04T18:57:45Z</dcterms:created>
  <dcterms:modified xsi:type="dcterms:W3CDTF">2022-12-04T19:02:43Z</dcterms:modified>
</cp:coreProperties>
</file>